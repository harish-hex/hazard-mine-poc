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Prototype (USD)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Position
Sensing</c:v>
                  </c:pt>
                  <c:pt idx="1">
                    <c:v>Obstacle
Sensing</c:v>
                  </c:pt>
                  <c:pt idx="2">
                    <c:v>Comms</c:v>
                  </c:pt>
                  <c:pt idx="3">
                    <c:v>Compute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4</c:v>
                </c:pt>
                <c:pt idx="2">
                  <c:v>0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 (USD)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Position
Sensing</c:v>
                  </c:pt>
                  <c:pt idx="1">
                    <c:v>Obstacle
Sensing</c:v>
                  </c:pt>
                  <c:pt idx="2">
                    <c:v>Comms</c:v>
                  </c:pt>
                  <c:pt idx="3">
                    <c:v>Compute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240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 ·  24-HOUR BUILD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Mine Vehicles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Temporary Hazards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low-visibility hazard-awareness and reroute system for open-cast mine haul roads — reframed from our SIH mine-vehicle safety concept.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2743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251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site: NMDC Bailadila, Chhattisgarh (open-cast, iron ore)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118872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23306E"/>
          </a:solidFill>
          <a:ln w="12700">
            <a:solidFill>
              <a:srgbClr val="3A4B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62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2606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 accidents in Indian opencast coal mines are caused by dumpers alone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886200"/>
            <a:ext cx="2286000" cy="0"/>
          </a:xfrm>
          <a:prstGeom prst="line">
            <a:avLst/>
          </a:prstGeom>
          <a:noFill/>
          <a:ln w="12700">
            <a:solidFill>
              <a:srgbClr val="3A4B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23960" y="4023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DGMS data (1995-2008), analysed in peer-reviewed opencast mobile-machinery accident study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Nexo  ·  SIH-reframed prototype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real, specific, and vehicle-centric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84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 accidents in Indian opencast coal mines are caused by dumpers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DGMS data, 1995-2008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984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43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cause: fog directly reduces haul-road visibility, increasing collision risk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Opencast mining safety literature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1984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743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haul-truck fatalities studied by NIOSH specifically to justify collision-warning systems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CDC/NIOSH, 2005-2021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2014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DGMS circular documents real case examples that match our exact hazard model: an engine stalling on a ramp leading to rollback and fatality, and a dumper-to-dumper collision on a haul road.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listed in full on the accompanying 5W1H spreadsheet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STALLED vehicle — not a static rock — is the hazard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BEAEA"/>
          </a:solidFill>
          <a:ln w="12700">
            <a:solidFill>
              <a:srgbClr val="E7B4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8C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obstacle</a:t>
            </a:r>
            <a:endParaRPr lang="en-US" sz="18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8C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(e.g. a rock)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AF3EC"/>
          </a:solidFill>
          <a:ln w="12700">
            <a:solidFill>
              <a:srgbClr val="AFCDB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20574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45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Stalled vehicle</a:t>
            </a:r>
            <a:endParaRPr lang="en-US" sz="18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45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(our chosen signal)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044952"/>
            <a:ext cx="109728" cy="109728"/>
          </a:xfrm>
          <a:prstGeom prst="ellipse">
            <a:avLst/>
          </a:prstGeom>
          <a:solidFill>
            <a:srgbClr val="C05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926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present — not a temporary hazard, doesn't fit the PS framing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913632"/>
            <a:ext cx="109728" cy="109728"/>
          </a:xfrm>
          <a:prstGeom prst="ellipse">
            <a:avLst/>
          </a:prstGeom>
          <a:solidFill>
            <a:srgbClr val="C05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794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locally by a vehicle's own ultrasonic sensor — sharing its location to other vehicles adds nothing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782312"/>
            <a:ext cx="109728" cy="109728"/>
          </a:xfrm>
          <a:prstGeom prst="ellipse">
            <a:avLst/>
          </a:prstGeom>
          <a:solidFill>
            <a:srgbClr val="C05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6634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reroute is actually needed — just local stop/avoid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3044952"/>
            <a:ext cx="109728" cy="10972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2926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temporary — blocks a path segment only until cleared, matches "normally safe, temporarily hazardous"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3913632"/>
            <a:ext cx="109728" cy="10972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794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full path for every vehicle behind it — a real reroute-worthy event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4782312"/>
            <a:ext cx="109728" cy="10972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46634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motor-on + wheel-encoder showing no movement — unambiguous, reproducible on demand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signal maps directly onto the PS's own language: “temporarily dangerous, normally safe path”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23306E"/>
          </a:solidFill>
          <a:ln w="12700">
            <a:solidFill>
              <a:srgbClr val="3A4B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 ·  Wheel Encoder  ·  Ultrasonic  ·  ESP32-S3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3000" y="4160520"/>
            <a:ext cx="2468880" cy="0"/>
          </a:xfrm>
          <a:prstGeom prst="line">
            <a:avLst/>
          </a:prstGeom>
          <a:noFill/>
          <a:ln w="12700">
            <a:solidFill>
              <a:srgbClr val="3A4B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 detects its own hazard events locally: stall, tilt, obstruction.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338328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23306E"/>
          </a:solidFill>
          <a:ln w="12700">
            <a:solidFill>
              <a:srgbClr val="3A4B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ESP-NOW  →  Raspberry Pi 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4160520"/>
            <a:ext cx="2468880" cy="0"/>
          </a:xfrm>
          <a:prstGeom prst="line">
            <a:avLst/>
          </a:prstGeom>
          <a:noFill/>
          <a:ln w="12700">
            <a:solidFill>
              <a:srgbClr val="3A4B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events broadcast from the vehicle (and phone-simulated second node) to the base station.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91272" y="338328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275320" y="187452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23306E"/>
          </a:solidFill>
          <a:ln w="12700">
            <a:solidFill>
              <a:srgbClr val="3A4B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69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backend  ·  Route graph  ·  Dashboard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32520" y="4160520"/>
            <a:ext cx="2468880" cy="0"/>
          </a:xfrm>
          <a:prstGeom prst="line">
            <a:avLst/>
          </a:prstGeom>
          <a:noFill/>
          <a:ln w="12700">
            <a:solidFill>
              <a:srgbClr val="3A4B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964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hazard event, the blocked edge's weight spikes; shortest path recomputes; other vehicles reroute.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GPS/LoRa/radar available for this build — mesh runs over WiFi, positioning is encoder+gyro dead-reckoning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stall event actually fires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commanded 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is instructed to move forward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63824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10712" y="19202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shows ≈ 0 movement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291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isn't rotating despite the command — physically blocked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025896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2784" y="19202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holds ≥ 2 seconds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291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window filters out normal bumps and brief stops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34856" y="19202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7736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17736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event fires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317736" y="3291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vehicle ID broadcast to base station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tracking: real encoder + gyro dead-reckoning odometry (distance from wheel encoder, heading from MPU6050 gyro integration) — not GPS. Single-wheel encoder means no differential-odometry fallback, so heading depends entirely on the gyro and will drift over long runs. Named as a known limitation with an RTK/dual-encoder upgrade path (see spreadsheet).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Wheel-slip (wheel spinning, chassis stationary) is a known, unclosed gap — flagged, not solved, in this build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 available if live hardware has issues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43400" y="3977640"/>
            <a:ext cx="3474720" cy="1463040"/>
          </a:xfrm>
          <a:prstGeom prst="roundRect">
            <a:avLst>
              <a:gd name="adj" fmla="val 9375"/>
            </a:avLst>
          </a:prstGeom>
          <a:solidFill>
            <a:srgbClr val="23306E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5824728" y="4434840"/>
            <a:ext cx="502920" cy="54864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stalls → hazard broadcast → dashboard reroutes second node in real time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constraints — and the costed upgrade path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constraint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204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upgrade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806440" cy="53035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128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wheel encoder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128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Dual-wheel differential odometry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8064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74320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GPS/RTK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7432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RTK-corrected GPS, sub-meter accuracy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5806440" cy="53035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27355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(~4m range)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2735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mmWave radar — sees through fog/dust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58064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80390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WiFi/ESP-NOW (~tens of metres)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8039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mesh — kilometre range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sensing cost (USD, approx.)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537960" y="214884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BOM detail and sourcing in the accompanying spreadsheet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helps, and what comes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operators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safety — warned before entering a blocked segment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/ safety officers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fleet-wide hazard state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operators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 and liability exposure from haul-road incidents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23306E"/>
          </a:solidFill>
          <a:ln w="12700">
            <a:solidFill>
              <a:srgbClr val="3A4B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1031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limited proof of concept, built with the sensors we had budget for in 24 hours. With production-grade sensing — RTK GPS, LoRa, mmWave radar — the same architecture scales to a full open-cast haul-road deployment.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3794760"/>
            <a:ext cx="4297680" cy="0"/>
          </a:xfrm>
          <a:prstGeom prst="line">
            <a:avLst/>
          </a:prstGeom>
          <a:noFill/>
          <a:ln w="12700">
            <a:solidFill>
              <a:srgbClr val="3A4B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Nexo  —  Guiding Mine Vehicles Around Temporary Hazards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evidence base available in the accompanying spreadsheet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Mine Vehicles Around Temporary Hazards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2026-09-25T07:31:39Z</dcterms:created>
  <dcterms:modified xsi:type="dcterms:W3CDTF">2026-09-25T07:31:39Z</dcterms:modified>
</cp:coreProperties>
</file>